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spc="3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AI编程入门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 </a:t>
            </a:r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Trae Solo</a:t>
            </a:r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智能编程助手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0F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面向高中生的AI编程科普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4389120"/>
            <a:ext cx="27432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0" y="1005840"/>
            <a:ext cx="18288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0" y="137160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468880" y="1417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什么是AI编程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828800" y="201168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68880" y="2057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AI编程的优势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828800" y="265176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68880" y="2697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Trae Solo介绍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828800" y="329184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68880" y="3337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作品展示：联合演习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828800" y="39319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6888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0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什么是AI编程？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9728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AI编程是指利用人工智能技术辅助或自动完成编程任务的过程。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它能够理解自然语言描述，自动生成代码、调试程序、优化性能。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2651760" cy="21031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80160" y="2697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代码生成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用自然语言描述需求，AI自动生成代码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2468880"/>
            <a:ext cx="2651760" cy="21031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114800" y="2697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智能调试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32918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自动发现并修复代码中的错误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2468880"/>
            <a:ext cx="2651760" cy="21031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949440" y="2697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32918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大幅缩短开发时间，降低学习门槛</a:t>
            </a:r>
            <a:endParaRPr lang="en-US" sz="130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AI编程的优势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0972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41732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371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降低学习门槛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737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无需记忆复杂语法，用自然语言即可编程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023360" cy="10972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41732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669280" y="1371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提高开发效率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69280" y="1737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AI辅助编码，效率提升数倍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4023360" cy="10972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265176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71600" y="2606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智能错误修复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2971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自动检测并修复代码bug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423160"/>
            <a:ext cx="4023360" cy="10972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265176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669280" y="2606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跨语言支持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669280" y="2971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支持Python、JavaScript、Java等多种语言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4023360" cy="10972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" y="388620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886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371600" y="3840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持续学习进化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600" y="4206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AI模型不断更新，能力持续增强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3657600"/>
            <a:ext cx="4023360" cy="10972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92040" y="388620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3886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669280" y="3840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创意快速实现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669280" y="4206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从想法到产品，周期大幅缩短</a:t>
            </a:r>
            <a:endParaRPr lang="en-US" sz="1200" dirty="0"/>
          </a:p>
        </p:txBody>
      </p:sp>
      <p:sp>
        <p:nvSpPr>
          <p:cNvPr id="3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Trae Solo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你的AI编程伙伴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7315200" cy="1371600"/>
          </a:xfrm>
          <a:prstGeom prst="round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92024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Trae Solo 是一款强大的AI编程助手，专为开发者设计。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它能够理解你的需求，帮助你编写代码、调试程序、解决问题。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无论是初学者还是专业开发者，都能从中受益。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3383280"/>
            <a:ext cx="1828800" cy="11887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3520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精准理解需求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26080" y="3383280"/>
            <a:ext cx="1828800" cy="11887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26080" y="3520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926080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多语言支持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37760" y="3383280"/>
            <a:ext cx="1828800" cy="11887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3520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🛠️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937760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智能工具集成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49440" y="3383280"/>
            <a:ext cx="1828800" cy="11887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49440" y="3520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949440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安全可靠</a:t>
            </a:r>
            <a:endParaRPr lang="en-US" sz="1300" dirty="0"/>
          </a:p>
        </p:txBody>
      </p:sp>
      <p:sp>
        <p:nvSpPr>
          <p:cNvPr id="2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Trae Solo 核心功能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64592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智能代码生成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描述需求即可生成高质量代码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51760" cy="164592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32588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069080" y="1371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实时错误检测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19659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编码过程中即时发现问题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651760" cy="164592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32588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03720" y="1371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代码解释说明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19659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帮助理解复杂代码逻辑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2651760" cy="164592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15468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📁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3200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项目文件管理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" y="37947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便捷的文件读写与编辑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3017520"/>
            <a:ext cx="2651760" cy="164592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9000" y="315468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069080" y="3200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终端命令执行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29000" y="37947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直接运行命令行操作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3017520"/>
            <a:ext cx="2651760" cy="164592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3154680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03720" y="3200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网页浏览测试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63640" y="37947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内置浏览器测试Web应用</a:t>
            </a:r>
            <a:endParaRPr lang="en-US" sz="1100" dirty="0"/>
          </a:p>
        </p:txBody>
      </p:sp>
      <p:sp>
        <p:nvSpPr>
          <p:cNvPr id="3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作品展示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spc="3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联合演习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回合制自走棋策略游戏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2103120"/>
            <a:ext cx="1554480" cy="914400"/>
          </a:xfrm>
          <a:prstGeom prst="round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194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25146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V1.3.3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08960" y="2103120"/>
            <a:ext cx="1554480" cy="914400"/>
          </a:xfrm>
          <a:prstGeom prst="round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2194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0" y="25146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网页游戏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46320" y="2103120"/>
            <a:ext cx="1554480" cy="914400"/>
          </a:xfrm>
          <a:prstGeom prst="round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194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25146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HTML/CSS/JS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83680" y="2103120"/>
            <a:ext cx="1554480" cy="914400"/>
          </a:xfrm>
          <a:prstGeom prst="round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194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25146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东兴工作室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3291840"/>
            <a:ext cx="7315200" cy="1371600"/>
          </a:xfrm>
          <a:prstGeom prst="roundRect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42900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这是一款由高中生使用 Trae Solo AI编程助手开发的回合制自走棋游戏。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玩家通过招募棋子、排兵布阵、合成升星来战胜敌人。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游戏支持个性化定制，棋子均为学生，体验紧张刺激的策略对战！</a:t>
            </a:r>
            <a:endParaRPr lang="en-US" sz="13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游戏特色与玩法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17373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1234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招募棋子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在商店购买棋子，组建你的战队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2651760" cy="17373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⚔️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0" y="1234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排兵布阵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1828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策略性部署，发挥最大战斗力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2651760" cy="17373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⭐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949440" y="1234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合成升星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1828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三个相同棋子合成更强单位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2651760" cy="17373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🏰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280160" y="3154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升级营帐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7490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提升等级解锁高级棋子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91840" y="2926080"/>
            <a:ext cx="2651760" cy="17373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7472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114800" y="3154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经济系统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474720" y="37490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合理管理金币是获胜关键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2926080"/>
            <a:ext cx="2651760" cy="17373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0936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🧙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949440" y="3154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技能系统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09360" y="37490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每个角色拥有独特技能</a:t>
            </a:r>
            <a:endParaRPr lang="en-US" sz="1200" dirty="0"/>
          </a:p>
        </p:txBody>
      </p:sp>
      <p:sp>
        <p:nvSpPr>
          <p:cNvPr id="2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开发历程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版本更新日志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1371600"/>
            <a:ext cx="45720" cy="3474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1234440" y="146304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1371600"/>
            <a:ext cx="6858000" cy="594360"/>
          </a:xfrm>
          <a:prstGeom prst="roundRect">
            <a:avLst/>
          </a:prstGeom>
          <a:solidFill>
            <a:srgbClr val="F0F9FF"/>
          </a:solidFill>
          <a:ln/>
        </p:spPr>
      </p:sp>
      <p:sp>
        <p:nvSpPr>
          <p:cNvPr id="8" name="Text 6"/>
          <p:cNvSpPr/>
          <p:nvPr/>
        </p:nvSpPr>
        <p:spPr>
          <a:xfrm>
            <a:off x="1965960" y="14630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V1.3.3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34640" y="14630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2026-05-09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0" y="14630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战斗体验全面优化，新增角色详情面板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234440" y="214884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1828800" y="2057400"/>
            <a:ext cx="6858000" cy="594360"/>
          </a:xfrm>
          <a:prstGeom prst="roundRect">
            <a:avLst/>
          </a:prstGeom>
          <a:solidFill>
            <a:srgbClr val="F0F9FF"/>
          </a:solidFill>
          <a:ln/>
        </p:spPr>
      </p:sp>
      <p:sp>
        <p:nvSpPr>
          <p:cNvPr id="13" name="Text 11"/>
          <p:cNvSpPr/>
          <p:nvPr/>
        </p:nvSpPr>
        <p:spPr>
          <a:xfrm>
            <a:off x="1965960" y="21488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V1.3.2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34640" y="2148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2026-05-09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0" y="21488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十班角色登场，新增技能触发特效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234440" y="283464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1828800" y="2743200"/>
            <a:ext cx="6858000" cy="594360"/>
          </a:xfrm>
          <a:prstGeom prst="roundRect">
            <a:avLst/>
          </a:prstGeom>
          <a:solidFill>
            <a:srgbClr val="F0F9FF"/>
          </a:solidFill>
          <a:ln/>
        </p:spPr>
      </p:sp>
      <p:sp>
        <p:nvSpPr>
          <p:cNvPr id="18" name="Text 16"/>
          <p:cNvSpPr/>
          <p:nvPr/>
        </p:nvSpPr>
        <p:spPr>
          <a:xfrm>
            <a:off x="1965960" y="28346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V1.3.0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834640" y="28346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2026-05-09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0" y="28346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角色合成系统，开发者模式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234440" y="352044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1828800" y="3429000"/>
            <a:ext cx="6858000" cy="594360"/>
          </a:xfrm>
          <a:prstGeom prst="roundRect">
            <a:avLst/>
          </a:prstGeom>
          <a:solidFill>
            <a:srgbClr val="F0F9FF"/>
          </a:solidFill>
          <a:ln/>
        </p:spPr>
      </p:sp>
      <p:sp>
        <p:nvSpPr>
          <p:cNvPr id="23" name="Text 21"/>
          <p:cNvSpPr/>
          <p:nvPr/>
        </p:nvSpPr>
        <p:spPr>
          <a:xfrm>
            <a:off x="1965960" y="35204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V1.2.0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834640" y="35204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2026-05-09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0" y="35204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手机端横屏适配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234440" y="420624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1828800" y="4114800"/>
            <a:ext cx="6858000" cy="594360"/>
          </a:xfrm>
          <a:prstGeom prst="roundRect">
            <a:avLst/>
          </a:prstGeom>
          <a:solidFill>
            <a:srgbClr val="F0F9FF"/>
          </a:solidFill>
          <a:ln/>
        </p:spPr>
      </p:sp>
      <p:sp>
        <p:nvSpPr>
          <p:cNvPr id="28" name="Text 26"/>
          <p:cNvSpPr/>
          <p:nvPr/>
        </p:nvSpPr>
        <p:spPr>
          <a:xfrm>
            <a:off x="1965960" y="42062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V1.1.0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834640" y="42062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2026-05-08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0" y="42062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战斗系统优化</a:t>
            </a:r>
            <a:endParaRPr lang="en-US" sz="1200" dirty="0"/>
          </a:p>
        </p:txBody>
      </p:sp>
      <p:sp>
        <p:nvSpPr>
          <p:cNvPr id="3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20116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371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AI编程正在改变开发方式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514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降低门槛，提高效率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651760" cy="20116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371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🚀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29000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Trae Solo是强大的AI助手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29000" y="2514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智能生成，实时调试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651760" cy="20116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371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🎮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263640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实践是最好的学习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2514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从游戏中学习编程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3474720"/>
            <a:ext cx="7315200" cy="118872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6118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97764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AI编程技术将持续发展，未来每个人都可以成为开发者。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希望同学们勇于尝试，用AI工具实现自己的创意！</a:t>
            </a:r>
            <a:endParaRPr lang="en-US" sz="130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spc="3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开启你的AI编程之旅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3108960"/>
            <a:ext cx="27432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东兴工作室 | 版本 V1.3.3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QQ群: 1102764426</a:t>
            </a:r>
            <a:endParaRPr lang="en-US" sz="1400" dirty="0"/>
          </a:p>
        </p:txBody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2026-05-10T10:21:53Z</dcterms:created>
  <dcterms:modified xsi:type="dcterms:W3CDTF">2026-05-10T10:21:53Z</dcterms:modified>
</cp:coreProperties>
</file>